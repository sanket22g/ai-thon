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League Spartan" charset="1" panose="00000800000000000000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0"/>
            <a:ext cx="9656232" cy="10287000"/>
          </a:xfrm>
          <a:custGeom>
            <a:avLst/>
            <a:gdLst/>
            <a:ahLst/>
            <a:cxnLst/>
            <a:rect r="r" b="b" t="t" l="l"/>
            <a:pathLst>
              <a:path h="10287000" w="9656232">
                <a:moveTo>
                  <a:pt x="0" y="0"/>
                </a:moveTo>
                <a:lnTo>
                  <a:pt x="9656232" y="0"/>
                </a:lnTo>
                <a:lnTo>
                  <a:pt x="96562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70" r="-3017" b="-27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68688" y="4339756"/>
            <a:ext cx="5819312" cy="5947244"/>
          </a:xfrm>
          <a:custGeom>
            <a:avLst/>
            <a:gdLst/>
            <a:ahLst/>
            <a:cxnLst/>
            <a:rect r="r" b="b" t="t" l="l"/>
            <a:pathLst>
              <a:path h="5947244" w="5819312">
                <a:moveTo>
                  <a:pt x="0" y="0"/>
                </a:moveTo>
                <a:lnTo>
                  <a:pt x="5819312" y="0"/>
                </a:lnTo>
                <a:lnTo>
                  <a:pt x="5819312" y="5947244"/>
                </a:lnTo>
                <a:lnTo>
                  <a:pt x="0" y="59472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6000"/>
            </a:blip>
            <a:stretch>
              <a:fillRect l="0" t="0" r="0" b="-479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0044" y="2268830"/>
            <a:ext cx="13960919" cy="7445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Title-</a:t>
            </a:r>
          </a:p>
          <a:p>
            <a:pPr algn="l">
              <a:lnSpc>
                <a:spcPts val="5395"/>
              </a:lnSpc>
              <a:spcBef>
                <a:spcPct val="0"/>
              </a:spcBef>
            </a:pPr>
          </a:p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Theme -</a:t>
            </a:r>
          </a:p>
          <a:p>
            <a:pPr algn="l">
              <a:lnSpc>
                <a:spcPts val="5395"/>
              </a:lnSpc>
              <a:spcBef>
                <a:spcPct val="0"/>
              </a:spcBef>
            </a:pPr>
          </a:p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 –</a:t>
            </a:r>
          </a:p>
          <a:p>
            <a:pPr algn="l">
              <a:lnSpc>
                <a:spcPts val="5395"/>
              </a:lnSpc>
              <a:spcBef>
                <a:spcPct val="0"/>
              </a:spcBef>
            </a:pPr>
          </a:p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Leader’s Name –</a:t>
            </a:r>
          </a:p>
          <a:p>
            <a:pPr algn="l">
              <a:lnSpc>
                <a:spcPts val="5395"/>
              </a:lnSpc>
              <a:spcBef>
                <a:spcPct val="0"/>
              </a:spcBef>
            </a:pPr>
          </a:p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College Name - </a:t>
            </a:r>
          </a:p>
          <a:p>
            <a:pPr algn="l">
              <a:lnSpc>
                <a:spcPts val="5395"/>
              </a:lnSpc>
              <a:spcBef>
                <a:spcPct val="0"/>
              </a:spcBef>
            </a:pPr>
          </a:p>
          <a:p>
            <a:pPr algn="l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Link -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0000"/>
            </a:blip>
            <a:stretch>
              <a:fillRect l="0" t="-70272" r="0" b="-7387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17807" y="705213"/>
            <a:ext cx="12331062" cy="7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2"/>
              </a:lnSpc>
            </a:pPr>
            <a:r>
              <a:rPr lang="en-US" sz="6023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TELEKINESIS 2K26: AI-THON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39823" y="9933775"/>
            <a:ext cx="18327823" cy="353225"/>
            <a:chOff x="0" y="0"/>
            <a:chExt cx="5278626" cy="101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78626" cy="101733"/>
            </a:xfrm>
            <a:custGeom>
              <a:avLst/>
              <a:gdLst/>
              <a:ahLst/>
              <a:cxnLst/>
              <a:rect r="r" b="b" t="t" l="l"/>
              <a:pathLst>
                <a:path h="101733" w="5278626">
                  <a:moveTo>
                    <a:pt x="0" y="0"/>
                  </a:moveTo>
                  <a:lnTo>
                    <a:pt x="5278626" y="0"/>
                  </a:lnTo>
                  <a:lnTo>
                    <a:pt x="5278626" y="101733"/>
                  </a:lnTo>
                  <a:lnTo>
                    <a:pt x="0" y="1017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278626" cy="168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7119" y="-180176"/>
            <a:ext cx="6380221" cy="205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</a:p>
          <a:p>
            <a:pPr algn="l">
              <a:lnSpc>
                <a:spcPts val="5312"/>
              </a:lnSpc>
            </a:pP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IDEA TITLE</a:t>
            </a:r>
          </a:p>
          <a:p>
            <a:pPr algn="l">
              <a:lnSpc>
                <a:spcPts val="5312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95542" y="-284951"/>
            <a:ext cx="4546295" cy="1631270"/>
          </a:xfrm>
          <a:custGeom>
            <a:avLst/>
            <a:gdLst/>
            <a:ahLst/>
            <a:cxnLst/>
            <a:rect r="r" b="b" t="t" l="l"/>
            <a:pathLst>
              <a:path h="1631270" w="4546295">
                <a:moveTo>
                  <a:pt x="0" y="0"/>
                </a:moveTo>
                <a:lnTo>
                  <a:pt x="4546295" y="0"/>
                </a:lnTo>
                <a:lnTo>
                  <a:pt x="4546295" y="1631270"/>
                </a:lnTo>
                <a:lnTo>
                  <a:pt x="0" y="1631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503" t="-277988" r="-40303" b="-28756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</a:blip>
            <a:stretch>
              <a:fillRect l="0" t="-70272" r="0" b="-7387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9823" y="9933775"/>
            <a:ext cx="18327823" cy="353225"/>
            <a:chOff x="0" y="0"/>
            <a:chExt cx="5278626" cy="1017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78626" cy="101733"/>
            </a:xfrm>
            <a:custGeom>
              <a:avLst/>
              <a:gdLst/>
              <a:ahLst/>
              <a:cxnLst/>
              <a:rect r="r" b="b" t="t" l="l"/>
              <a:pathLst>
                <a:path h="101733" w="5278626">
                  <a:moveTo>
                    <a:pt x="0" y="0"/>
                  </a:moveTo>
                  <a:lnTo>
                    <a:pt x="5278626" y="0"/>
                  </a:lnTo>
                  <a:lnTo>
                    <a:pt x="5278626" y="101733"/>
                  </a:lnTo>
                  <a:lnTo>
                    <a:pt x="0" y="1017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278626" cy="168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20750" y="570440"/>
            <a:ext cx="11398290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APPROACH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-70272" r="0" b="-738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055" y="0"/>
            <a:ext cx="4546295" cy="1631270"/>
          </a:xfrm>
          <a:custGeom>
            <a:avLst/>
            <a:gdLst/>
            <a:ahLst/>
            <a:cxnLst/>
            <a:rect r="r" b="b" t="t" l="l"/>
            <a:pathLst>
              <a:path h="1631270" w="4546295">
                <a:moveTo>
                  <a:pt x="0" y="0"/>
                </a:moveTo>
                <a:lnTo>
                  <a:pt x="4546295" y="0"/>
                </a:lnTo>
                <a:lnTo>
                  <a:pt x="4546295" y="1631270"/>
                </a:lnTo>
                <a:lnTo>
                  <a:pt x="0" y="1631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503" t="-277988" r="-40303" b="-28756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9823" y="9933775"/>
            <a:ext cx="18327823" cy="353225"/>
            <a:chOff x="0" y="0"/>
            <a:chExt cx="5278626" cy="1017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78626" cy="101733"/>
            </a:xfrm>
            <a:custGeom>
              <a:avLst/>
              <a:gdLst/>
              <a:ahLst/>
              <a:cxnLst/>
              <a:rect r="r" b="b" t="t" l="l"/>
              <a:pathLst>
                <a:path h="101733" w="5278626">
                  <a:moveTo>
                    <a:pt x="0" y="0"/>
                  </a:moveTo>
                  <a:lnTo>
                    <a:pt x="5278626" y="0"/>
                  </a:lnTo>
                  <a:lnTo>
                    <a:pt x="5278626" y="101733"/>
                  </a:lnTo>
                  <a:lnTo>
                    <a:pt x="0" y="1017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278626" cy="168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48649" y="495629"/>
            <a:ext cx="9542130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FEASIBILITY AND VIABILITY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-70272" r="0" b="-738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126" y="-17748"/>
            <a:ext cx="2761793" cy="1631270"/>
          </a:xfrm>
          <a:custGeom>
            <a:avLst/>
            <a:gdLst/>
            <a:ahLst/>
            <a:cxnLst/>
            <a:rect r="r" b="b" t="t" l="l"/>
            <a:pathLst>
              <a:path h="1631270" w="2761793">
                <a:moveTo>
                  <a:pt x="0" y="0"/>
                </a:moveTo>
                <a:lnTo>
                  <a:pt x="2761793" y="0"/>
                </a:lnTo>
                <a:lnTo>
                  <a:pt x="2761793" y="1631270"/>
                </a:lnTo>
                <a:lnTo>
                  <a:pt x="0" y="1631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227" t="-277988" r="-130959" b="-28756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9823" y="9933775"/>
            <a:ext cx="18327823" cy="353225"/>
            <a:chOff x="0" y="0"/>
            <a:chExt cx="5278626" cy="1017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78626" cy="101733"/>
            </a:xfrm>
            <a:custGeom>
              <a:avLst/>
              <a:gdLst/>
              <a:ahLst/>
              <a:cxnLst/>
              <a:rect r="r" b="b" t="t" l="l"/>
              <a:pathLst>
                <a:path h="101733" w="5278626">
                  <a:moveTo>
                    <a:pt x="0" y="0"/>
                  </a:moveTo>
                  <a:lnTo>
                    <a:pt x="5278626" y="0"/>
                  </a:lnTo>
                  <a:lnTo>
                    <a:pt x="5278626" y="101733"/>
                  </a:lnTo>
                  <a:lnTo>
                    <a:pt x="0" y="1017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278626" cy="168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50752" y="570436"/>
            <a:ext cx="9604265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AND BENEFITS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-70272" r="0" b="-738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4457" y="57059"/>
            <a:ext cx="4546295" cy="1631270"/>
          </a:xfrm>
          <a:custGeom>
            <a:avLst/>
            <a:gdLst/>
            <a:ahLst/>
            <a:cxnLst/>
            <a:rect r="r" b="b" t="t" l="l"/>
            <a:pathLst>
              <a:path h="1631270" w="4546295">
                <a:moveTo>
                  <a:pt x="0" y="0"/>
                </a:moveTo>
                <a:lnTo>
                  <a:pt x="4546295" y="0"/>
                </a:lnTo>
                <a:lnTo>
                  <a:pt x="4546295" y="1631270"/>
                </a:lnTo>
                <a:lnTo>
                  <a:pt x="0" y="1631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503" t="-277988" r="-40303" b="-28756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9823" y="9933775"/>
            <a:ext cx="18327823" cy="353225"/>
            <a:chOff x="0" y="0"/>
            <a:chExt cx="5278626" cy="1017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78626" cy="101733"/>
            </a:xfrm>
            <a:custGeom>
              <a:avLst/>
              <a:gdLst/>
              <a:ahLst/>
              <a:cxnLst/>
              <a:rect r="r" b="b" t="t" l="l"/>
              <a:pathLst>
                <a:path h="101733" w="5278626">
                  <a:moveTo>
                    <a:pt x="0" y="0"/>
                  </a:moveTo>
                  <a:lnTo>
                    <a:pt x="5278626" y="0"/>
                  </a:lnTo>
                  <a:lnTo>
                    <a:pt x="5278626" y="101733"/>
                  </a:lnTo>
                  <a:lnTo>
                    <a:pt x="0" y="1017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278626" cy="168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75365" y="650242"/>
            <a:ext cx="10389006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</a:t>
            </a:r>
            <a:r>
              <a:rPr lang="en-US" sz="5366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AND REFERENCES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-70272" r="0" b="-738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8934" y="136865"/>
            <a:ext cx="2761793" cy="1631270"/>
          </a:xfrm>
          <a:custGeom>
            <a:avLst/>
            <a:gdLst/>
            <a:ahLst/>
            <a:cxnLst/>
            <a:rect r="r" b="b" t="t" l="l"/>
            <a:pathLst>
              <a:path h="1631270" w="2761793">
                <a:moveTo>
                  <a:pt x="0" y="0"/>
                </a:moveTo>
                <a:lnTo>
                  <a:pt x="2761793" y="0"/>
                </a:lnTo>
                <a:lnTo>
                  <a:pt x="2761793" y="1631270"/>
                </a:lnTo>
                <a:lnTo>
                  <a:pt x="0" y="1631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227" t="-277988" r="-130959" b="-28756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9823" y="9933775"/>
            <a:ext cx="18327823" cy="353225"/>
            <a:chOff x="0" y="0"/>
            <a:chExt cx="5278626" cy="1017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78626" cy="101733"/>
            </a:xfrm>
            <a:custGeom>
              <a:avLst/>
              <a:gdLst/>
              <a:ahLst/>
              <a:cxnLst/>
              <a:rect r="r" b="b" t="t" l="l"/>
              <a:pathLst>
                <a:path h="101733" w="5278626">
                  <a:moveTo>
                    <a:pt x="0" y="0"/>
                  </a:moveTo>
                  <a:lnTo>
                    <a:pt x="5278626" y="0"/>
                  </a:lnTo>
                  <a:lnTo>
                    <a:pt x="5278626" y="101733"/>
                  </a:lnTo>
                  <a:lnTo>
                    <a:pt x="0" y="1017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278626" cy="168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0005" y="1136184"/>
            <a:ext cx="17897995" cy="130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372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</a:t>
            </a:r>
            <a:r>
              <a:rPr lang="en-US" sz="37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If you want to make small modifications or add extra slides to better present your idea, you may do so.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73554" y="0"/>
            <a:ext cx="2014446" cy="825098"/>
          </a:xfrm>
          <a:custGeom>
            <a:avLst/>
            <a:gdLst/>
            <a:ahLst/>
            <a:cxnLst/>
            <a:rect r="r" b="b" t="t" l="l"/>
            <a:pathLst>
              <a:path h="825098" w="2014446">
                <a:moveTo>
                  <a:pt x="0" y="0"/>
                </a:moveTo>
                <a:lnTo>
                  <a:pt x="2014446" y="0"/>
                </a:lnTo>
                <a:lnTo>
                  <a:pt x="2014446" y="825098"/>
                </a:lnTo>
                <a:lnTo>
                  <a:pt x="0" y="825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-70272" r="0" b="-7387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823" y="9933775"/>
            <a:ext cx="18327823" cy="353225"/>
            <a:chOff x="0" y="0"/>
            <a:chExt cx="5278626" cy="1017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78626" cy="101733"/>
            </a:xfrm>
            <a:custGeom>
              <a:avLst/>
              <a:gdLst/>
              <a:ahLst/>
              <a:cxnLst/>
              <a:rect r="r" b="b" t="t" l="l"/>
              <a:pathLst>
                <a:path h="101733" w="5278626">
                  <a:moveTo>
                    <a:pt x="0" y="0"/>
                  </a:moveTo>
                  <a:lnTo>
                    <a:pt x="5278626" y="0"/>
                  </a:lnTo>
                  <a:lnTo>
                    <a:pt x="5278626" y="101733"/>
                  </a:lnTo>
                  <a:lnTo>
                    <a:pt x="0" y="1017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5278626" cy="168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DAHEUO8Ng18</dc:identifier>
  <dcterms:modified xsi:type="dcterms:W3CDTF">2011-08-01T06:04:30Z</dcterms:modified>
  <cp:revision>1</cp:revision>
  <dc:title>Problem Statement Title- Theme - Team Name – Team Leader’s Name – College Name -</dc:title>
</cp:coreProperties>
</file>