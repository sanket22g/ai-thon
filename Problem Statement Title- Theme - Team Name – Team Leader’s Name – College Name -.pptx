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League Spartan" charset="1" panose="000008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68688" y="4339756"/>
            <a:ext cx="5819312" cy="6232195"/>
          </a:xfrm>
          <a:custGeom>
            <a:avLst/>
            <a:gdLst/>
            <a:ahLst/>
            <a:cxnLst/>
            <a:rect r="r" b="b" t="t" l="l"/>
            <a:pathLst>
              <a:path h="6232195" w="5819312">
                <a:moveTo>
                  <a:pt x="0" y="0"/>
                </a:moveTo>
                <a:lnTo>
                  <a:pt x="5819312" y="0"/>
                </a:lnTo>
                <a:lnTo>
                  <a:pt x="5819312" y="6232195"/>
                </a:lnTo>
                <a:lnTo>
                  <a:pt x="0" y="6232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0044" y="2268830"/>
            <a:ext cx="13960919" cy="744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Title-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Theme -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 –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Leader’s Name –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College Name - 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Link -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0000"/>
            </a:blip>
            <a:stretch>
              <a:fillRect l="0" t="-70272" r="0" b="-7387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17807" y="705213"/>
            <a:ext cx="12331062" cy="7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2"/>
              </a:lnSpc>
            </a:pPr>
            <a:r>
              <a:rPr lang="en-US" sz="602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TELEKINESIS 2K26: AI-THON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7060200" y="4558628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97119" y="-180176"/>
            <a:ext cx="6380221" cy="205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</a:p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IDEA TITLE</a:t>
            </a:r>
          </a:p>
          <a:p>
            <a:pPr algn="l">
              <a:lnSpc>
                <a:spcPts val="531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250517" y="-9828202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780011" y="9781375"/>
            <a:ext cx="19695947" cy="1837313"/>
            <a:chOff x="0" y="0"/>
            <a:chExt cx="5672661" cy="5291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72661" cy="529168"/>
            </a:xfrm>
            <a:custGeom>
              <a:avLst/>
              <a:gdLst/>
              <a:ahLst/>
              <a:cxnLst/>
              <a:rect r="r" b="b" t="t" l="l"/>
              <a:pathLst>
                <a:path h="529168" w="5672661">
                  <a:moveTo>
                    <a:pt x="20047" y="0"/>
                  </a:moveTo>
                  <a:lnTo>
                    <a:pt x="5652614" y="0"/>
                  </a:lnTo>
                  <a:cubicBezTo>
                    <a:pt x="5657931" y="0"/>
                    <a:pt x="5663030" y="2112"/>
                    <a:pt x="5666790" y="5872"/>
                  </a:cubicBezTo>
                  <a:cubicBezTo>
                    <a:pt x="5670549" y="9631"/>
                    <a:pt x="5672661" y="14730"/>
                    <a:pt x="5672661" y="20047"/>
                  </a:cubicBezTo>
                  <a:lnTo>
                    <a:pt x="5672661" y="509121"/>
                  </a:lnTo>
                  <a:cubicBezTo>
                    <a:pt x="5672661" y="514438"/>
                    <a:pt x="5670549" y="519537"/>
                    <a:pt x="5666790" y="523296"/>
                  </a:cubicBezTo>
                  <a:cubicBezTo>
                    <a:pt x="5663030" y="527055"/>
                    <a:pt x="5657931" y="529168"/>
                    <a:pt x="5652614" y="529168"/>
                  </a:cubicBezTo>
                  <a:lnTo>
                    <a:pt x="20047" y="529168"/>
                  </a:lnTo>
                  <a:cubicBezTo>
                    <a:pt x="14730" y="529168"/>
                    <a:pt x="9631" y="527055"/>
                    <a:pt x="5872" y="523296"/>
                  </a:cubicBezTo>
                  <a:cubicBezTo>
                    <a:pt x="2112" y="519537"/>
                    <a:pt x="0" y="514438"/>
                    <a:pt x="0" y="509121"/>
                  </a:cubicBezTo>
                  <a:lnTo>
                    <a:pt x="0" y="20047"/>
                  </a:lnTo>
                  <a:cubicBezTo>
                    <a:pt x="0" y="14730"/>
                    <a:pt x="2112" y="9631"/>
                    <a:pt x="5872" y="5872"/>
                  </a:cubicBezTo>
                  <a:cubicBezTo>
                    <a:pt x="9631" y="2112"/>
                    <a:pt x="14730" y="0"/>
                    <a:pt x="200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672661" cy="59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-70272" r="0" b="-7387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6970077" y="5599169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2"/>
                </a:lnTo>
                <a:lnTo>
                  <a:pt x="0" y="937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54432" y="-9828202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7" y="0"/>
                </a:lnTo>
                <a:lnTo>
                  <a:pt x="9947637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5797" y="9486257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20750" y="570440"/>
            <a:ext cx="11398290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APPROACH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627611" y="9933775"/>
            <a:ext cx="19695947" cy="1837313"/>
            <a:chOff x="0" y="0"/>
            <a:chExt cx="5672661" cy="5291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72661" cy="529168"/>
            </a:xfrm>
            <a:custGeom>
              <a:avLst/>
              <a:gdLst/>
              <a:ahLst/>
              <a:cxnLst/>
              <a:rect r="r" b="b" t="t" l="l"/>
              <a:pathLst>
                <a:path h="529168" w="5672661">
                  <a:moveTo>
                    <a:pt x="20047" y="0"/>
                  </a:moveTo>
                  <a:lnTo>
                    <a:pt x="5652614" y="0"/>
                  </a:lnTo>
                  <a:cubicBezTo>
                    <a:pt x="5657931" y="0"/>
                    <a:pt x="5663030" y="2112"/>
                    <a:pt x="5666790" y="5872"/>
                  </a:cubicBezTo>
                  <a:cubicBezTo>
                    <a:pt x="5670549" y="9631"/>
                    <a:pt x="5672661" y="14730"/>
                    <a:pt x="5672661" y="20047"/>
                  </a:cubicBezTo>
                  <a:lnTo>
                    <a:pt x="5672661" y="509121"/>
                  </a:lnTo>
                  <a:cubicBezTo>
                    <a:pt x="5672661" y="514438"/>
                    <a:pt x="5670549" y="519537"/>
                    <a:pt x="5666790" y="523296"/>
                  </a:cubicBezTo>
                  <a:cubicBezTo>
                    <a:pt x="5663030" y="527055"/>
                    <a:pt x="5657931" y="529168"/>
                    <a:pt x="5652614" y="529168"/>
                  </a:cubicBezTo>
                  <a:lnTo>
                    <a:pt x="20047" y="529168"/>
                  </a:lnTo>
                  <a:cubicBezTo>
                    <a:pt x="14730" y="529168"/>
                    <a:pt x="9631" y="527055"/>
                    <a:pt x="5872" y="523296"/>
                  </a:cubicBezTo>
                  <a:cubicBezTo>
                    <a:pt x="2112" y="519537"/>
                    <a:pt x="0" y="514438"/>
                    <a:pt x="0" y="509121"/>
                  </a:cubicBezTo>
                  <a:lnTo>
                    <a:pt x="0" y="20047"/>
                  </a:lnTo>
                  <a:cubicBezTo>
                    <a:pt x="0" y="14730"/>
                    <a:pt x="2112" y="9631"/>
                    <a:pt x="5872" y="5872"/>
                  </a:cubicBezTo>
                  <a:cubicBezTo>
                    <a:pt x="9631" y="2112"/>
                    <a:pt x="14730" y="0"/>
                    <a:pt x="200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5672661" cy="59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</a:blip>
            <a:stretch>
              <a:fillRect l="0" t="-70272" r="0" b="-7387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6996077" y="5307594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2"/>
                </a:lnTo>
                <a:lnTo>
                  <a:pt x="0" y="937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70437" y="-9598475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48649" y="495629"/>
            <a:ext cx="9542130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FEASIBILITY AND VIABILITY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627611" y="9933775"/>
            <a:ext cx="19695947" cy="1837313"/>
            <a:chOff x="0" y="0"/>
            <a:chExt cx="5672661" cy="5291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72661" cy="529168"/>
            </a:xfrm>
            <a:custGeom>
              <a:avLst/>
              <a:gdLst/>
              <a:ahLst/>
              <a:cxnLst/>
              <a:rect r="r" b="b" t="t" l="l"/>
              <a:pathLst>
                <a:path h="529168" w="5672661">
                  <a:moveTo>
                    <a:pt x="20047" y="0"/>
                  </a:moveTo>
                  <a:lnTo>
                    <a:pt x="5652614" y="0"/>
                  </a:lnTo>
                  <a:cubicBezTo>
                    <a:pt x="5657931" y="0"/>
                    <a:pt x="5663030" y="2112"/>
                    <a:pt x="5666790" y="5872"/>
                  </a:cubicBezTo>
                  <a:cubicBezTo>
                    <a:pt x="5670549" y="9631"/>
                    <a:pt x="5672661" y="14730"/>
                    <a:pt x="5672661" y="20047"/>
                  </a:cubicBezTo>
                  <a:lnTo>
                    <a:pt x="5672661" y="509121"/>
                  </a:lnTo>
                  <a:cubicBezTo>
                    <a:pt x="5672661" y="514438"/>
                    <a:pt x="5670549" y="519537"/>
                    <a:pt x="5666790" y="523296"/>
                  </a:cubicBezTo>
                  <a:cubicBezTo>
                    <a:pt x="5663030" y="527055"/>
                    <a:pt x="5657931" y="529168"/>
                    <a:pt x="5652614" y="529168"/>
                  </a:cubicBezTo>
                  <a:lnTo>
                    <a:pt x="20047" y="529168"/>
                  </a:lnTo>
                  <a:cubicBezTo>
                    <a:pt x="14730" y="529168"/>
                    <a:pt x="9631" y="527055"/>
                    <a:pt x="5872" y="523296"/>
                  </a:cubicBezTo>
                  <a:cubicBezTo>
                    <a:pt x="2112" y="519537"/>
                    <a:pt x="0" y="514438"/>
                    <a:pt x="0" y="509121"/>
                  </a:cubicBezTo>
                  <a:lnTo>
                    <a:pt x="0" y="20047"/>
                  </a:lnTo>
                  <a:cubicBezTo>
                    <a:pt x="0" y="14730"/>
                    <a:pt x="2112" y="9631"/>
                    <a:pt x="5872" y="5872"/>
                  </a:cubicBezTo>
                  <a:cubicBezTo>
                    <a:pt x="9631" y="2112"/>
                    <a:pt x="14730" y="0"/>
                    <a:pt x="200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672661" cy="59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-70272" r="0" b="-7387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6829396" y="5599169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2"/>
                </a:lnTo>
                <a:lnTo>
                  <a:pt x="0" y="937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382424" y="-9577175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50752" y="570436"/>
            <a:ext cx="9604265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AND BENEFITS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627611" y="9933775"/>
            <a:ext cx="19695947" cy="1837313"/>
            <a:chOff x="0" y="0"/>
            <a:chExt cx="5672661" cy="5291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72661" cy="529168"/>
            </a:xfrm>
            <a:custGeom>
              <a:avLst/>
              <a:gdLst/>
              <a:ahLst/>
              <a:cxnLst/>
              <a:rect r="r" b="b" t="t" l="l"/>
              <a:pathLst>
                <a:path h="529168" w="5672661">
                  <a:moveTo>
                    <a:pt x="20047" y="0"/>
                  </a:moveTo>
                  <a:lnTo>
                    <a:pt x="5652614" y="0"/>
                  </a:lnTo>
                  <a:cubicBezTo>
                    <a:pt x="5657931" y="0"/>
                    <a:pt x="5663030" y="2112"/>
                    <a:pt x="5666790" y="5872"/>
                  </a:cubicBezTo>
                  <a:cubicBezTo>
                    <a:pt x="5670549" y="9631"/>
                    <a:pt x="5672661" y="14730"/>
                    <a:pt x="5672661" y="20047"/>
                  </a:cubicBezTo>
                  <a:lnTo>
                    <a:pt x="5672661" y="509121"/>
                  </a:lnTo>
                  <a:cubicBezTo>
                    <a:pt x="5672661" y="514438"/>
                    <a:pt x="5670549" y="519537"/>
                    <a:pt x="5666790" y="523296"/>
                  </a:cubicBezTo>
                  <a:cubicBezTo>
                    <a:pt x="5663030" y="527055"/>
                    <a:pt x="5657931" y="529168"/>
                    <a:pt x="5652614" y="529168"/>
                  </a:cubicBezTo>
                  <a:lnTo>
                    <a:pt x="20047" y="529168"/>
                  </a:lnTo>
                  <a:cubicBezTo>
                    <a:pt x="14730" y="529168"/>
                    <a:pt x="9631" y="527055"/>
                    <a:pt x="5872" y="523296"/>
                  </a:cubicBezTo>
                  <a:cubicBezTo>
                    <a:pt x="2112" y="519537"/>
                    <a:pt x="0" y="514438"/>
                    <a:pt x="0" y="509121"/>
                  </a:cubicBezTo>
                  <a:lnTo>
                    <a:pt x="0" y="20047"/>
                  </a:lnTo>
                  <a:cubicBezTo>
                    <a:pt x="0" y="14730"/>
                    <a:pt x="2112" y="9631"/>
                    <a:pt x="5872" y="5872"/>
                  </a:cubicBezTo>
                  <a:cubicBezTo>
                    <a:pt x="9631" y="2112"/>
                    <a:pt x="14730" y="0"/>
                    <a:pt x="200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672661" cy="59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-70272" r="0" b="-7387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6736074" y="6425610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44437" y="-9421169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75365" y="650242"/>
            <a:ext cx="10389006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</a:t>
            </a: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AND REFERENCES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627611" y="9933775"/>
            <a:ext cx="19695947" cy="1837313"/>
            <a:chOff x="0" y="0"/>
            <a:chExt cx="5672661" cy="5291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72661" cy="529168"/>
            </a:xfrm>
            <a:custGeom>
              <a:avLst/>
              <a:gdLst/>
              <a:ahLst/>
              <a:cxnLst/>
              <a:rect r="r" b="b" t="t" l="l"/>
              <a:pathLst>
                <a:path h="529168" w="5672661">
                  <a:moveTo>
                    <a:pt x="20047" y="0"/>
                  </a:moveTo>
                  <a:lnTo>
                    <a:pt x="5652614" y="0"/>
                  </a:lnTo>
                  <a:cubicBezTo>
                    <a:pt x="5657931" y="0"/>
                    <a:pt x="5663030" y="2112"/>
                    <a:pt x="5666790" y="5872"/>
                  </a:cubicBezTo>
                  <a:cubicBezTo>
                    <a:pt x="5670549" y="9631"/>
                    <a:pt x="5672661" y="14730"/>
                    <a:pt x="5672661" y="20047"/>
                  </a:cubicBezTo>
                  <a:lnTo>
                    <a:pt x="5672661" y="509121"/>
                  </a:lnTo>
                  <a:cubicBezTo>
                    <a:pt x="5672661" y="514438"/>
                    <a:pt x="5670549" y="519537"/>
                    <a:pt x="5666790" y="523296"/>
                  </a:cubicBezTo>
                  <a:cubicBezTo>
                    <a:pt x="5663030" y="527055"/>
                    <a:pt x="5657931" y="529168"/>
                    <a:pt x="5652614" y="529168"/>
                  </a:cubicBezTo>
                  <a:lnTo>
                    <a:pt x="20047" y="529168"/>
                  </a:lnTo>
                  <a:cubicBezTo>
                    <a:pt x="14730" y="529168"/>
                    <a:pt x="9631" y="527055"/>
                    <a:pt x="5872" y="523296"/>
                  </a:cubicBezTo>
                  <a:cubicBezTo>
                    <a:pt x="2112" y="519537"/>
                    <a:pt x="0" y="514438"/>
                    <a:pt x="0" y="509121"/>
                  </a:cubicBezTo>
                  <a:lnTo>
                    <a:pt x="0" y="20047"/>
                  </a:lnTo>
                  <a:cubicBezTo>
                    <a:pt x="0" y="14730"/>
                    <a:pt x="2112" y="9631"/>
                    <a:pt x="5872" y="5872"/>
                  </a:cubicBezTo>
                  <a:cubicBezTo>
                    <a:pt x="9631" y="2112"/>
                    <a:pt x="14730" y="0"/>
                    <a:pt x="200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672661" cy="59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-70272" r="0" b="-7387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0005" y="1136184"/>
            <a:ext cx="17897995" cy="130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37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</a:t>
            </a:r>
            <a:r>
              <a:rPr lang="en-US" sz="37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If you want to make small modifications or add extra slides to better present your idea, you may do so.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27611" y="9933775"/>
            <a:ext cx="19695947" cy="1837313"/>
            <a:chOff x="0" y="0"/>
            <a:chExt cx="5672661" cy="5291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72661" cy="529168"/>
            </a:xfrm>
            <a:custGeom>
              <a:avLst/>
              <a:gdLst/>
              <a:ahLst/>
              <a:cxnLst/>
              <a:rect r="r" b="b" t="t" l="l"/>
              <a:pathLst>
                <a:path h="529168" w="5672661">
                  <a:moveTo>
                    <a:pt x="20047" y="0"/>
                  </a:moveTo>
                  <a:lnTo>
                    <a:pt x="5652614" y="0"/>
                  </a:lnTo>
                  <a:cubicBezTo>
                    <a:pt x="5657931" y="0"/>
                    <a:pt x="5663030" y="2112"/>
                    <a:pt x="5666790" y="5872"/>
                  </a:cubicBezTo>
                  <a:cubicBezTo>
                    <a:pt x="5670549" y="9631"/>
                    <a:pt x="5672661" y="14730"/>
                    <a:pt x="5672661" y="20047"/>
                  </a:cubicBezTo>
                  <a:lnTo>
                    <a:pt x="5672661" y="509121"/>
                  </a:lnTo>
                  <a:cubicBezTo>
                    <a:pt x="5672661" y="514438"/>
                    <a:pt x="5670549" y="519537"/>
                    <a:pt x="5666790" y="523296"/>
                  </a:cubicBezTo>
                  <a:cubicBezTo>
                    <a:pt x="5663030" y="527055"/>
                    <a:pt x="5657931" y="529168"/>
                    <a:pt x="5652614" y="529168"/>
                  </a:cubicBezTo>
                  <a:lnTo>
                    <a:pt x="20047" y="529168"/>
                  </a:lnTo>
                  <a:cubicBezTo>
                    <a:pt x="14730" y="529168"/>
                    <a:pt x="9631" y="527055"/>
                    <a:pt x="5872" y="523296"/>
                  </a:cubicBezTo>
                  <a:cubicBezTo>
                    <a:pt x="2112" y="519537"/>
                    <a:pt x="0" y="514438"/>
                    <a:pt x="0" y="509121"/>
                  </a:cubicBezTo>
                  <a:lnTo>
                    <a:pt x="0" y="20047"/>
                  </a:lnTo>
                  <a:cubicBezTo>
                    <a:pt x="0" y="14730"/>
                    <a:pt x="2112" y="9631"/>
                    <a:pt x="5872" y="5872"/>
                  </a:cubicBezTo>
                  <a:cubicBezTo>
                    <a:pt x="9631" y="2112"/>
                    <a:pt x="14730" y="0"/>
                    <a:pt x="200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672661" cy="59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-70272" r="0" b="-7387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DAHEUO8Ng18</dc:identifier>
  <dcterms:modified xsi:type="dcterms:W3CDTF">2011-08-01T06:04:30Z</dcterms:modified>
  <cp:revision>1</cp:revision>
  <dc:title>Problem Statement Title- Theme - Team Name – Team Leader’s Name – College Name -</dc:title>
</cp:coreProperties>
</file>